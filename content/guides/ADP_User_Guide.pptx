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00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Deployment Playbook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 — Administration &amp; End-User Reference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| April 2026 | Built by Padmasani Srimadhan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connected modules spanning the full AI agent deployment lifecycle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phases: Strategize (evaluate &amp; plan), Build (develop &amp; document), Govern (risk &amp; compliance)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feedback loop — governance insights feed back into strategy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concept knowledge base powering contextual AI recommendations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with Admin, Project Lead, Team Member, and Viewer roles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Integration-ready with REST API, SSO support, and LLM connectivity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Strategize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Engine — Step-by-step deployment guidance through 5 lifecycle phases (Discovery → Evaluation → Pilot → Production → Optimization)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CAIO Guide — Executive AI readiness assessment covering 12 domains including strategy, governance, ethics, data, and talent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Decision Matrix — Weighted scoring across frameworks (LangGraph, CrewAI, AutoGen) with radar charts and AI analysis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evaluation result links to projects, governance records, and executive dashboards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recommendations help data-driven framework selection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Tracker — End-to-end initiative management with milestones, Kanban/Gantt views, and cross-module linking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Studio — 6 professional templates (Charter, ADR, Eval Report, Runbook, Checklist, Incident Plan) with AI-assisted fill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Advisor — Contextual recommendations from 1,300+ concepts surfacing patterns, trade-offs, and best practices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auto-version and store in project history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pre-fills document sections using linked project context and evaluation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Govern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TRiSM Governance — Trust, Risk &amp; Security Management aligned with NIST AI RMF (Govern, Map, Measure, Manage)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CAIO Dashboard — Executive single-pane-of-glass view across portfolio health, risk posture, and maturity scores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Settings — Role-based access control, SSO integration, API key management, and system configuration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 maps and trend analysis across your entire agent portfolio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executive briefing as PDF with one click from the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Permissions Matrix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Configuration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Dashboards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Assessments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57984" y="10058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67328" y="10058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76672" y="10058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4" name="Text 7"/>
          <p:cNvSpPr/>
          <p:nvPr/>
        </p:nvSpPr>
        <p:spPr>
          <a:xfrm>
            <a:off x="6986016" y="10058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Initial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Database — Configure MySQL 8.0+ connection, run schema migration via built-in CLI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Environment — Set ANTHROPIC_API_KEY, DATABASE_URL, NEXTAUTH_SECRET, NEXTAUTH_URL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SSO — Configure SAML 2.0 or OpenID Connect provider in Auth &amp; Settings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Roles — Create organizational roles and assign default permissions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Knowledge Base — Verify KB YAML files loaded (1,307 concepts across 8 domains)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Notifications — Configure SMTP for email alerts on milestones and risk escalations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 Workflow: New Agent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Playbook Engine: Create new project, select agent type, choose starting phase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CAIO Guide: Complete organizational readiness assessment (12 domains, scored)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Eval Decision Matrix: Score candidate frameworks, review radar chart comparison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Project Tracker: Set milestones, assign team members, track with Kanban/Gantt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Template Studio: Generate Agent Charter with AI-assisted fill from project data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TRiSM Governance: Complete initial risk assessment (NIST AI RMF aligned)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&amp; FAQ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 not responding? → Verify ANTHROPIC_API_KEY in Auth &amp; Settings &gt; API Keys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AI-fill incomplete? → Ensure project has evaluation scores and CAIO assessment linked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shows stale data? → Click refresh icon; KB refreshes on configured schedule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access modules? → Check role assignment in Auth &amp; Settings &gt; Users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login fails? → Verify callback URL, certificates, and audience/entity IDs in SSO config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needed? → Auto-backups every 6 hours; manual export via Auth &amp; Settings &gt; Database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Agent Deployment Playbook — User Guide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Deployment Playbook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Full-lifecycle AI agent deployment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strategy through governance to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</a:t>
            </a: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Padmasani Srimadhan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Macintosh PowerPoint</Application>
  <PresentationFormat>On-screen Show (16:9)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Deployment Playbook — User Guide</dc:title>
  <dc:subject>PptxGenJS Presentation</dc:subject>
  <dc:creator>Pad Narayanan</dc:creator>
  <cp:lastModifiedBy>Padmasani Srimadhan</cp:lastModifiedBy>
  <cp:revision>2</cp:revision>
  <dcterms:created xsi:type="dcterms:W3CDTF">2026-04-23T07:38:02Z</dcterms:created>
  <dcterms:modified xsi:type="dcterms:W3CDTF">2026-04-23T08:46:33Z</dcterms:modified>
</cp:coreProperties>
</file>